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264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215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6400800" cy="64008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  <a:effectLst>
            <a:outerShdw blurRad="381000" dist="50800" dir="5400000" algn="bl" rotWithShape="0">
              <a:srgbClr val="7C3AED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САЙТ С ИСКУССТВЕННЫМ ИНТЕЛЛЕКТОМ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Bogan AI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Чат, в котором можно общаться с </a:t>
            </a: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просить его быть кем угодно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852160"/>
            <a:ext cx="457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806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проекта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SQLite · GPT-4o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ЦЕЛЬ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нужно было сделать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2194560"/>
          </a:xfrm>
          <a:prstGeom prst="roundRect">
            <a:avLst>
              <a:gd name="adj" fmla="val 6250"/>
            </a:avLst>
          </a:prstGeom>
          <a:solidFill>
            <a:srgbClr val="1B1B24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91440" cy="2194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собственного сайта с API ИИ,
который сможет отвечать на запросы
и отыгрывать разные </a:t>
            </a:r>
            <a:r>
              <a:rPr lang="en-US" sz="26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«роли»</a:t>
            </a:r>
            <a:r>
              <a:rPr lang="en-US" sz="2600" i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548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212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ИИ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5577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должен общаться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готовой нейросетью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25112" y="45720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47548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9432" y="5212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Играть роли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99432" y="5577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может стать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кем угодно по просьбе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10144" y="45720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47548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4464" y="5212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Помнить чаты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284464" y="5577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разговоры остаются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 ним можно вернуться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ИЗ ЧЕГО СДЕЛАН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я использовал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14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65960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язык программирования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5112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2331720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514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50992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650992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из Python сайт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0144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84464" y="2331720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5146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36024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336024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для чатов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187952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37083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233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1965960" y="47365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страницы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25112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187952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4370832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50992" y="4233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5650992" y="47365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вид сайта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10144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84464" y="4187952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4370832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36024" y="4233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900" dirty="0"/>
          </a:p>
        </p:txBody>
      </p:sp>
      <p:sp>
        <p:nvSpPr>
          <p:cNvPr id="33" name="Text 25"/>
          <p:cNvSpPr/>
          <p:nvPr/>
        </p:nvSpPr>
        <p:spPr>
          <a:xfrm>
            <a:off x="9336024" y="47365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нейросеть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40080" y="5852160"/>
            <a:ext cx="45720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806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Соотношение в коде: </a:t>
            </a: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</a:t>
            </a:r>
            <a:r>
              <a:rPr lang="ru-RU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</a:t>
            </a: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· Python 4</a:t>
            </a:r>
            <a:r>
              <a:rPr lang="ru-RU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· CSS </a:t>
            </a:r>
            <a:r>
              <a:rPr lang="ru-RU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КАК РАБОТАЕТ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Путь сообщения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394460" y="2377440"/>
            <a:ext cx="1005840" cy="1005840"/>
          </a:xfrm>
          <a:prstGeom prst="ellipse">
            <a:avLst/>
          </a:prstGeom>
          <a:solidFill>
            <a:srgbClr val="7C3AED"/>
          </a:solidFill>
          <a:ln/>
          <a:effectLst>
            <a:outerShdw blurRad="228600" dist="50800" dir="5400000" algn="bl" rotWithShape="0">
              <a:srgbClr val="7C3AED">
                <a:alpha val="5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6243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294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294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пишу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77540" y="2880360"/>
            <a:ext cx="2286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183380" y="2377440"/>
            <a:ext cx="1005840" cy="1005840"/>
          </a:xfrm>
          <a:prstGeom prst="ellipse">
            <a:avLst/>
          </a:prstGeom>
          <a:solidFill>
            <a:srgbClr val="7C3AED"/>
          </a:solidFill>
          <a:ln/>
          <a:effectLst>
            <a:outerShdw blurRad="228600" dist="50800" dir="5400000" algn="bl" rotWithShape="0">
              <a:srgbClr val="7C3AED">
                <a:alpha val="5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262432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186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5186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45186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 вопрос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базу данных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66460" y="2880360"/>
            <a:ext cx="2286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972300" y="2377440"/>
            <a:ext cx="1005840" cy="1005840"/>
          </a:xfrm>
          <a:prstGeom prst="ellipse">
            <a:avLst/>
          </a:prstGeom>
          <a:solidFill>
            <a:srgbClr val="7C3AED"/>
          </a:solidFill>
          <a:ln/>
          <a:effectLst>
            <a:outerShdw blurRad="228600" dist="50800" dir="5400000" algn="bl" rotWithShape="0">
              <a:srgbClr val="7C3AED">
                <a:alpha val="5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8332" y="262432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4078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4078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24078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отправляет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ИИ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755380" y="2880360"/>
            <a:ext cx="2286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761220" y="2377440"/>
            <a:ext cx="1005840" cy="1005840"/>
          </a:xfrm>
          <a:prstGeom prst="ellipse">
            <a:avLst/>
          </a:prstGeom>
          <a:solidFill>
            <a:srgbClr val="7C3AED"/>
          </a:solidFill>
          <a:ln/>
          <a:effectLst>
            <a:outerShdw blurRad="228600" dist="50800" dir="5400000" algn="bl" rotWithShape="0">
              <a:srgbClr val="7C3AED">
                <a:alpha val="5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7252" y="262432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2970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02970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902970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думает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присылает ответ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40080" y="521208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" y="5212080"/>
            <a:ext cx="91440" cy="10972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3"/>
          <p:cNvSpPr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1440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сам не «думает» — он только передаёт мои сообщения готовой нейросети и показывает её ответы.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ФАЙЛЫ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 чего состоит проект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219456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219456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Bogan_AI/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Что не загружать на GitHub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AI.py</a:t>
            </a: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Связь с нейросетью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Сам сайт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Список библиотек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technical_assignment</a:t>
            </a: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Текст задания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test_server.py</a:t>
            </a: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Проверка запуска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</a:t>
            </a:r>
            <a:r>
              <a:rPr lang="en-US" sz="110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Страница сайта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</a:t>
            </a: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static/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</a:t>
            </a:r>
            <a:r>
              <a:rPr lang="en-US" sz="110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CSS-файл</a:t>
            </a: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Стили оформления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73152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11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сайт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главный файл,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через него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73152" cy="1280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474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ИИ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55080" y="3931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AI.py отвечает только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общение с нейросетью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937760"/>
            <a:ext cx="73152" cy="1280160"/>
          </a:xfrm>
          <a:prstGeom prst="rect">
            <a:avLst/>
          </a:prstGeom>
          <a:solidFill>
            <a:srgbClr val="22D3A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937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вид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55080" y="53949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Папки templates и static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делают сайт красивым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БАЗА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хранятся чаты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 SQLite две таблицы: одна для чатов, другая для сообщений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51206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0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номер чата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дата и время создания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все сообщения чата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3931920"/>
            <a:ext cx="54864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760720" y="35204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2860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286000"/>
            <a:ext cx="5120640" cy="640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0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31089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номер сообщения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chat_id</a:t>
            </a: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к какому чату относится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кто написал — я или ИИ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сам текст сообщения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время отправки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85216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1E1B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852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Удобно: </a:t>
            </a:r>
            <a:r>
              <a:rPr lang="en-US" sz="14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удалить чат, все его сообщения тоже удалятся автоматически.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ВОЗМОЖНОСТИ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умеет Bogan AI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Общение с ИИ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на любые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пользователя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25112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286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432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ролей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599432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может стать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кем угодно по просьбе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10144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2286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84464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чатов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84464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диалоги остаются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можно к ним вернуться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4223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4645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база данных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14400" y="5010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создаётся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первом запуске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25112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142232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9432" y="4645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чатов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599432" y="5010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вести параллельно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переключаться между ними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10144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4142232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84464" y="4645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расширять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8284464" y="5010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подключить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другую нейросеть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40080" y="5852160"/>
            <a:ext cx="54864" cy="457200"/>
          </a:xfrm>
          <a:prstGeom prst="rect">
            <a:avLst/>
          </a:prstGeom>
          <a:solidFill>
            <a:srgbClr val="22D3A1"/>
          </a:solidFill>
          <a:ln/>
        </p:spPr>
      </p:sp>
      <p:sp>
        <p:nvSpPr>
          <p:cNvPr id="29" name="Text 21"/>
          <p:cNvSpPr/>
          <p:nvPr/>
        </p:nvSpPr>
        <p:spPr>
          <a:xfrm>
            <a:off x="822960" y="5806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проект, который </a:t>
            </a:r>
            <a:r>
              <a:rPr lang="en-US" sz="15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запускается одной командой</a:t>
            </a:r>
            <a:r>
              <a:rPr lang="en-US" sz="15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сразу готов к работе.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ЧТО ДАЛЬШЕ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можно улучшить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2A1A1A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31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03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ключ от ИИ виден всем в репозитории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514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секретный ключ лежит прямо в файле AI.py. Любой может его скопировать. Нужно спрятать его в отдельный файл и не загружать на GitHub.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749040"/>
            <a:ext cx="640080" cy="6400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86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611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чата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91640" y="39776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ИИ забывает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предыдущие сообщения.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ему их передавать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3749040"/>
            <a:ext cx="640080" cy="6400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862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3611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роли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315200" y="39776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«Учитель»,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«Программист», «Психолог»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выбрать в один клик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5074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5440680"/>
            <a:ext cx="640080" cy="6400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5778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5303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чатов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691640" y="56692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кнопку,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старые чаты можно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убрать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5074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92240" y="5440680"/>
            <a:ext cx="640080" cy="6400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55778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5303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интернете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315200" y="56692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сайт работает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на компьютере.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бы выложить онлайн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Bogan AI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3337560" y="539496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1B1B24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55504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69080" y="5394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github.com/Wwwixz/Bogan_AI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570</Words>
  <Application>Microsoft Office PowerPoint</Application>
  <PresentationFormat>Широкоэкранный</PresentationFormat>
  <Paragraphs>147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Bogan AI — презентация проекта</dc:title>
  <dc:subject>PptxGenJS Presentation</dc:subject>
  <dc:creator>Alex</dc:creator>
  <cp:lastModifiedBy>Karlos</cp:lastModifiedBy>
  <cp:revision>2</cp:revision>
  <dcterms:created xsi:type="dcterms:W3CDTF">2026-05-10T18:18:00Z</dcterms:created>
  <dcterms:modified xsi:type="dcterms:W3CDTF">2026-05-14T12:46:25Z</dcterms:modified>
</cp:coreProperties>
</file>